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Neural Network (ANN) in Data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ANN with real-time examples, formulas, and easy analogies.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ANN is a machine learning model inspired by the human brain.</a:t>
            </a:r>
          </a:p>
          <a:p>
            <a:pPr algn="l"/>
            <a:r>
              <a:t>It learns patterns from historical data.</a:t>
            </a:r>
          </a:p>
          <a:p>
            <a:pPr algn="l"/>
            <a:r>
              <a:t>Used for prediction, classification, and intelligent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ANN is Important in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Handles huge and complex datasets.</a:t>
            </a:r>
          </a:p>
          <a:p>
            <a:pPr algn="l"/>
            <a:r>
              <a:t>Learns hidden patterns automatically.</a:t>
            </a:r>
          </a:p>
          <a:p>
            <a:pPr algn="l"/>
            <a:r>
              <a:t>Improves prediction accuracy.</a:t>
            </a:r>
          </a:p>
          <a:p>
            <a:pPr algn="l"/>
            <a:r>
              <a:t>Supports smart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Suppose a supermarket wants to predict tomorrow's sales.</a:t>
            </a:r>
          </a:p>
          <a:p>
            <a:pPr algn="l"/>
            <a:r>
              <a:t>Inputs: Weekend, Festival, Temperature, Discounts.</a:t>
            </a:r>
          </a:p>
          <a:p>
            <a:pPr algn="l"/>
            <a:r>
              <a:t>ANN analyzes previous sales data and predicts future sales.</a:t>
            </a:r>
          </a:p>
          <a:p>
            <a:pPr algn="l"/>
            <a:r>
              <a:t>This process is called predictive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Structure of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Input Layer → Receives data.</a:t>
            </a:r>
          </a:p>
          <a:p>
            <a:pPr algn="l"/>
            <a:r>
              <a:t>Hidden Layer → Learns patterns.</a:t>
            </a:r>
          </a:p>
          <a:p>
            <a:pPr algn="l"/>
            <a:r>
              <a:t>Output Layer → Produces predictions.</a:t>
            </a:r>
          </a:p>
          <a:p>
            <a:pPr algn="l"/>
            <a:r>
              <a:t>ANN behaves like a digital brain.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Input layer receives features/data.</a:t>
            </a:r>
          </a:p>
          <a:p>
            <a:pPr algn="l"/>
            <a:r>
              <a:t>Example: Study Hours, Attendance, Internal Marks.</a:t>
            </a:r>
          </a:p>
          <a:p>
            <a:pPr algn="l"/>
            <a:r>
              <a:t>Each feature becomes an input neuron.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Most important part of ANN.</a:t>
            </a:r>
          </a:p>
          <a:p>
            <a:pPr algn="l"/>
            <a:r>
              <a:t>Finds hidden relationships in data.</a:t>
            </a:r>
          </a:p>
          <a:p>
            <a:pPr algn="l"/>
            <a:r>
              <a:t>Learns patterns through repeated training.</a:t>
            </a:r>
          </a:p>
          <a:p>
            <a:pPr algn="l"/>
            <a:r>
              <a:t>This is where ANN becomes intelligent.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 and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Weights decide importance of each input.</a:t>
            </a:r>
          </a:p>
          <a:p>
            <a:pPr algn="l"/>
            <a:r>
              <a:t>Important features get higher weights.</a:t>
            </a:r>
          </a:p>
          <a:p>
            <a:pPr algn="l"/>
            <a:r>
              <a:t>Bias helps improve flexibility and prediction.</a:t>
            </a:r>
          </a:p>
          <a:p>
            <a:pPr algn="l"/>
            <a:r>
              <a:t>ANN automatically adjusts weights during learning.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 Prediction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y = f(Σwᵢxᵢ + b)</a:t>
            </a:r>
          </a:p>
          <a:p>
            <a:pPr algn="l"/>
            <a:r>
              <a:t>xᵢ → Input values</a:t>
            </a:r>
          </a:p>
          <a:p>
            <a:pPr algn="l"/>
            <a:r>
              <a:t>wᵢ → Importance (weights)</a:t>
            </a:r>
          </a:p>
          <a:p>
            <a:pPr algn="l"/>
            <a:r>
              <a:t>b → Bias</a:t>
            </a:r>
          </a:p>
          <a:p>
            <a:pPr algn="l"/>
            <a:r>
              <a:t>f → Activation function</a:t>
            </a:r>
          </a:p>
          <a:p>
            <a:pPr algn="l"/>
            <a:r>
              <a:t>y → Final output/prediction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Activation function decides whether neuron activates or not.</a:t>
            </a:r>
          </a:p>
          <a:p>
            <a:pPr algn="l"/>
            <a:r>
              <a:t>Popular activation functions: Sigmoid, ReLU, Tanh.</a:t>
            </a:r>
          </a:p>
          <a:p>
            <a:pPr algn="l"/>
            <a:r>
              <a:t>Helps ANN learn complex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σ(x) = 1 / (1 + e⁻ˣ)</a:t>
            </a:r>
          </a:p>
          <a:p>
            <a:pPr algn="l"/>
            <a:r>
              <a:t>Converts output values between 0 and 1.</a:t>
            </a:r>
          </a:p>
          <a:p>
            <a:pPr algn="l"/>
            <a:r>
              <a:t>Useful for probability prediction.</a:t>
            </a:r>
          </a:p>
          <a:p>
            <a:pPr algn="l"/>
            <a:r>
              <a:t>Example: 0.95 → likely pass, 0.10 → likely fail.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ANN Learns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ANN predicts output.</a:t>
            </a:r>
          </a:p>
          <a:p>
            <a:pPr algn="l"/>
            <a:r>
              <a:t>Prediction is compared with actual result.</a:t>
            </a:r>
          </a:p>
          <a:p>
            <a:pPr algn="l"/>
            <a:r>
              <a:t>Error is calculated.</a:t>
            </a:r>
          </a:p>
          <a:p>
            <a:pPr algn="l"/>
            <a:r>
              <a:t>Weights are updated to improve accuracy.</a:t>
            </a:r>
          </a:p>
          <a:p>
            <a:pPr algn="l"/>
            <a:r>
              <a:t>This learning process repeats many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w_new = w_old − η ∂E/∂w</a:t>
            </a:r>
          </a:p>
          <a:p>
            <a:pPr algn="l"/>
            <a:r>
              <a:t>w_new → Updated weight</a:t>
            </a:r>
          </a:p>
          <a:p>
            <a:pPr algn="l"/>
            <a:r>
              <a:t>w_old → Old weight</a:t>
            </a:r>
          </a:p>
          <a:p>
            <a:pPr algn="l"/>
            <a:r>
              <a:t>η → Learning rate</a:t>
            </a:r>
          </a:p>
          <a:p>
            <a:pPr algn="l"/>
            <a:r>
              <a:t>∂E/∂w → Gradient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Gradient?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Gradient tells ANN how to reduce error.</a:t>
            </a:r>
          </a:p>
          <a:p>
            <a:pPr algn="l"/>
            <a:r>
              <a:t>It guides weight adjustment in the correct direction.</a:t>
            </a:r>
          </a:p>
          <a:p>
            <a:pPr algn="l"/>
            <a:r>
              <a:t>Gradient is like a teacher correcting mistakes.</a:t>
            </a:r>
          </a:p>
          <a:p>
            <a:pPr algn="l"/>
            <a:r>
              <a:t>Without gradient, ANN cannot learn properly.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Analogy for Gradient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Student → Neural Network</a:t>
            </a:r>
          </a:p>
          <a:p>
            <a:pPr algn="l"/>
            <a:r>
              <a:t>Teacher → Gradient</a:t>
            </a:r>
          </a:p>
          <a:p>
            <a:pPr algn="l"/>
            <a:r>
              <a:t>Exam Mistake → Prediction Error</a:t>
            </a:r>
          </a:p>
          <a:p>
            <a:pPr algn="l"/>
            <a:r>
              <a:t>Teacher Correction → Weight Update</a:t>
            </a:r>
          </a:p>
          <a:p>
            <a:pPr algn="l"/>
            <a:r>
              <a:t>Improved Marks → Better Prediction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Learning rate controls learning speed.</a:t>
            </a:r>
          </a:p>
          <a:p>
            <a:pPr algn="l"/>
            <a:r>
              <a:t>High learning rate → Learns fast but may miss accuracy.</a:t>
            </a:r>
          </a:p>
          <a:p>
            <a:pPr algn="l"/>
            <a:r>
              <a:t>Low learning rate → Learns slowly but carefully.</a:t>
            </a:r>
          </a:p>
          <a:p>
            <a:pPr algn="l"/>
            <a:r>
              <a:t>Acts like student learning speed.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Healthcare → Disease prediction</a:t>
            </a:r>
          </a:p>
          <a:p>
            <a:pPr algn="l"/>
            <a:r>
              <a:t>Banking → Fraud detection</a:t>
            </a:r>
          </a:p>
          <a:p>
            <a:pPr algn="l"/>
            <a:r>
              <a:t>Education → Student performance prediction</a:t>
            </a:r>
          </a:p>
          <a:p>
            <a:pPr algn="l"/>
            <a:r>
              <a:t>E-commerce → Product recommendation</a:t>
            </a:r>
          </a:p>
          <a:p>
            <a:pPr algn="l"/>
            <a:r>
              <a:t>Weather → Forecasting and prediction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High prediction accuracy.</a:t>
            </a:r>
          </a:p>
          <a:p>
            <a:pPr algn="l"/>
            <a:r>
              <a:t>Learns automatically from data.</a:t>
            </a:r>
          </a:p>
          <a:p>
            <a:pPr algn="l"/>
            <a:r>
              <a:t>Handles complex and non-linear data.</a:t>
            </a:r>
          </a:p>
          <a:p>
            <a:pPr algn="l"/>
            <a:r>
              <a:t>Excellent for big data analytics.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Requires large training data.</a:t>
            </a:r>
          </a:p>
          <a:p>
            <a:pPr algn="l"/>
            <a:r>
              <a:t>Training may take more time.</a:t>
            </a:r>
          </a:p>
          <a:p>
            <a:pPr algn="l"/>
            <a:r>
              <a:t>Needs high computational power.</a:t>
            </a:r>
          </a:p>
          <a:p>
            <a:pPr algn="l"/>
            <a:r>
              <a:t>Sometimes difficult to interpret.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ANN acts like a digital brain.</a:t>
            </a:r>
          </a:p>
          <a:p>
            <a:pPr algn="l"/>
            <a:r>
              <a:t>It learns from experience and improves continuously.</a:t>
            </a:r>
          </a:p>
          <a:p>
            <a:pPr algn="l"/>
            <a:r>
              <a:t>Gradient guides ANN like a teacher.</a:t>
            </a:r>
          </a:p>
          <a:p>
            <a:pPr algn="l"/>
            <a:r>
              <a:t>ANN helps organizations make intelligent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